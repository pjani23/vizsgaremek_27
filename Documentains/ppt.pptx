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96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095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11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8970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74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51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336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73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875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469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388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00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7147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324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910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53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08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665A5A-7A43-4ED2-B15E-CAB653BC8052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C4D1B07-595F-43E9-AD4E-B3A3F80B37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395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FE65D3-5C41-4FE8-B2AF-A2E4D1E34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Projekt 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229D258-086A-4FAA-A07E-028539C1CF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Egervári Mihály, </a:t>
            </a:r>
            <a:r>
              <a:rPr lang="hu-HU" dirty="0" err="1"/>
              <a:t>Peigelback</a:t>
            </a:r>
            <a:r>
              <a:rPr lang="hu-HU" dirty="0"/>
              <a:t> János, Szemes Regő</a:t>
            </a:r>
          </a:p>
        </p:txBody>
      </p:sp>
    </p:spTree>
    <p:extLst>
      <p:ext uri="{BB962C8B-B14F-4D97-AF65-F5344CB8AC3E}">
        <p14:creationId xmlns:p14="http://schemas.microsoft.com/office/powerpoint/2010/main" val="10580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0BEC17-2DE5-4EC9-BDA9-E5332C52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Recept kereső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CE19AA-C944-4260-8D25-CEEFA73D0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Egy webalkalmazás, amely segít eldönteni, hogy a felhasználó milyen ételeket tud elkészíteni az otthon található hozzávalókból. Majd a rendszer az adatbázisban tárolt receptekből megjeleníti azokat, amelyek elkészíthetőek.</a:t>
            </a:r>
          </a:p>
        </p:txBody>
      </p:sp>
    </p:spTree>
    <p:extLst>
      <p:ext uri="{BB962C8B-B14F-4D97-AF65-F5344CB8AC3E}">
        <p14:creationId xmlns:p14="http://schemas.microsoft.com/office/powerpoint/2010/main" val="210726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E59A96-C8E0-4A31-ABB3-19E4C7C2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Jelenállapot</a:t>
            </a:r>
            <a:br>
              <a:rPr lang="hu-HU" dirty="0"/>
            </a:br>
            <a:r>
              <a:rPr lang="hu-HU" dirty="0"/>
              <a:t>	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A1FD79A-5767-496A-BFD7-6CA781F79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527" y="844366"/>
            <a:ext cx="10354946" cy="5169268"/>
          </a:xfrm>
        </p:spPr>
      </p:pic>
    </p:spTree>
    <p:extLst>
      <p:ext uri="{BB962C8B-B14F-4D97-AF65-F5344CB8AC3E}">
        <p14:creationId xmlns:p14="http://schemas.microsoft.com/office/powerpoint/2010/main" val="231394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BDBFD89-5DEB-4E1C-9331-90B7ECD27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654" y="876300"/>
            <a:ext cx="10586691" cy="5105400"/>
          </a:xfrm>
        </p:spPr>
      </p:pic>
    </p:spTree>
    <p:extLst>
      <p:ext uri="{BB962C8B-B14F-4D97-AF65-F5344CB8AC3E}">
        <p14:creationId xmlns:p14="http://schemas.microsoft.com/office/powerpoint/2010/main" val="399513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7738CF53-D682-4C29-AD8B-9D5F34993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613" y="1466604"/>
            <a:ext cx="5257800" cy="3906602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B3446BE-EB1D-4FC3-8B2B-AAF6D2CFA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533" y="1466604"/>
            <a:ext cx="5823854" cy="391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75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</TotalTime>
  <Words>47</Words>
  <Application>Microsoft Office PowerPoint</Application>
  <PresentationFormat>Szélesvásznú</PresentationFormat>
  <Paragraphs>9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Organikus</vt:lpstr>
      <vt:lpstr>Projekt feladat</vt:lpstr>
      <vt:lpstr>Recept kereső</vt:lpstr>
      <vt:lpstr>Jelenállapot  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feladat</dc:title>
  <dc:creator>Szemes Regő</dc:creator>
  <cp:lastModifiedBy>Szemes Regő</cp:lastModifiedBy>
  <cp:revision>3</cp:revision>
  <dcterms:created xsi:type="dcterms:W3CDTF">2026-10-19T06:14:48Z</dcterms:created>
  <dcterms:modified xsi:type="dcterms:W3CDTF">2026-10-19T06:34:19Z</dcterms:modified>
</cp:coreProperties>
</file>